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ukta Light" panose="020B0604020202020204" charset="0"/>
      <p:regular r:id="rId16"/>
    </p:embeddedFont>
    <p:embeddedFont>
      <p:font typeface="Prompt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94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3016210"/>
            <a:ext cx="670667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AQI Predictor Dashboard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800713"/>
            <a:ext cx="4389120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endParaRPr lang="en-US" sz="3450" dirty="0">
              <a:solidFill>
                <a:srgbClr val="C6BFEE"/>
              </a:solidFill>
              <a:latin typeface="Prompt Medium" pitchFamily="34" charset="0"/>
              <a:cs typeface="Prompt Medium" pitchFamily="34" charset="-120"/>
            </a:endParaRPr>
          </a:p>
          <a:p>
            <a:pPr marL="0" indent="0" algn="l">
              <a:lnSpc>
                <a:spcPts val="4300"/>
              </a:lnSpc>
              <a:buNone/>
            </a:pP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64037" y="4044691"/>
            <a:ext cx="129023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Made by Maryam Zaheer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2284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Executive Summary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002393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AQI Predictor Dashboard is a complete machine learning application that enables real-time air quality monitoring and 3-day AQI forecasting. It addresses the global issue of air pollution by combining multiple AI models with an interactive dashboard, empowering users to make health-conscious outdoor decisions.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557826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Achievements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864037" y="4339590"/>
            <a:ext cx="4136231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6093" y="460164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 ML Models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26093" y="5092660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XGBoost, LightGBM, LSTM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4339590"/>
            <a:ext cx="4136231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9141" y="4601647"/>
            <a:ext cx="28376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Dashboard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509141" y="5092660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Built in Streamlit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4339590"/>
            <a:ext cx="4136231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2189" y="4601647"/>
            <a:ext cx="3014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Near-Perfect Accuracy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9892189" y="5092660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R² = 1.000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64037" y="5996583"/>
            <a:ext cx="6327696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6093" y="62586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Full ML Pipeline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1126093" y="6749653"/>
            <a:ext cx="580358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to visualization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438549" y="5996583"/>
            <a:ext cx="6327815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0605" y="62586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Alert System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700605" y="6749653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Hazardous conditions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914" y="847249"/>
            <a:ext cx="5295067" cy="661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Overview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833914" y="2104549"/>
            <a:ext cx="2647474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833914" y="2673787"/>
            <a:ext cx="6190655" cy="114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Air pollution threatens millions worldwide. Most people lack real-time AQI insights, accurate short-term forecasts, easy-to-understand visualizations, and alerts for hazardous conditions.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3452" y="2104549"/>
            <a:ext cx="2647474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Proposed Solution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613452" y="2673787"/>
            <a:ext cx="6190655" cy="114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AQI monitoring, 3-day predictive forecasts using ML, historical and trend analysis, health alerts for poor AQI levels, and scalable support for various locations.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3914" y="4388882"/>
            <a:ext cx="3177064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33914" y="5143262"/>
            <a:ext cx="12962573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Frontend:</a:t>
            </a: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Streamlit web dashboard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3914" y="5607725"/>
            <a:ext cx="12962573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Backend:</a:t>
            </a: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Python (data processing, ML pipeline)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3914" y="6072188"/>
            <a:ext cx="12962573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Models:</a:t>
            </a: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XGBoost, LightGBM, TensorFlow LSTM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3914" y="6536650"/>
            <a:ext cx="12962573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Source:</a:t>
            </a: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OpenWeather API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33914" y="7001113"/>
            <a:ext cx="12962573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Feature Store:</a:t>
            </a: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Hopsworks (feature management &amp; versioning)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3" y="826413"/>
            <a:ext cx="6365200" cy="64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Technical Implementation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08673" y="1560671"/>
            <a:ext cx="3080742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8673" y="2292310"/>
            <a:ext cx="13013055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OpenWeather API → Data Processing → Feature Store → ML Models →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8673" y="2921913"/>
            <a:ext cx="13013055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pollutant data (PM2.5, PM10, NO₂, SO₂, CO, O₃) is collected from multiple cities. Feature engineering includes time-based, pollutant correlation, weather, and historical features. Data is stored in Hopsworks feature store (90+ records, 3 cities, versioned datasets).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8673" y="4007763"/>
            <a:ext cx="3842266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Machine Learning Models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08673" y="4739402"/>
            <a:ext cx="13013055" cy="2663666"/>
          </a:xfrm>
          <a:prstGeom prst="roundRect">
            <a:avLst>
              <a:gd name="adj" fmla="val 36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293" y="4747022"/>
            <a:ext cx="12997815" cy="6621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393" y="4893231"/>
            <a:ext cx="343352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Model 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50500" y="4893231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R² Score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99953" y="4893231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Best For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49407" y="4893231"/>
            <a:ext cx="213371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Status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6293" y="5409128"/>
            <a:ext cx="12997815" cy="6621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47393" y="5555337"/>
            <a:ext cx="343352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0500" y="5555337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1.0000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99953" y="5555337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Tabular 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49407" y="5555337"/>
            <a:ext cx="213371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Champion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6293" y="6071235"/>
            <a:ext cx="12997815" cy="6621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47393" y="6217444"/>
            <a:ext cx="343352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LightGBM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50500" y="6217444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0.9989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99953" y="6217444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Fast updates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49407" y="6217444"/>
            <a:ext cx="213371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6293" y="6733342"/>
            <a:ext cx="12997815" cy="6621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47393" y="6879550"/>
            <a:ext cx="343352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LSTM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50500" y="6879550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0.8727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99953" y="6879550"/>
            <a:ext cx="2779871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Seasonal trends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49407" y="6879550"/>
            <a:ext cx="213371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Good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844" y="514826"/>
            <a:ext cx="6526530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Technical Features &amp; Dashboard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54844" y="1109305"/>
            <a:ext cx="249483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Technical Features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54844" y="1701641"/>
            <a:ext cx="1332071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Multi-Model Ensemble: Combines predictions for higher accuracy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4844" y="2066568"/>
            <a:ext cx="1332071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Updates: Automatic data refresh and re-prediction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4844" y="2431494"/>
            <a:ext cx="1332071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Feature Store Integration: Professional ML feature management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4844" y="2796421"/>
            <a:ext cx="1332071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Explainability: SHAP analysis used for model interpretation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4844" y="3376493"/>
            <a:ext cx="249483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 Features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4844" y="4249460"/>
            <a:ext cx="4315539" cy="1648539"/>
          </a:xfrm>
          <a:prstGeom prst="roundRect">
            <a:avLst>
              <a:gd name="adj" fmla="val 6656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4844" y="4226600"/>
            <a:ext cx="4315539" cy="91440"/>
          </a:xfrm>
          <a:prstGeom prst="roundRect">
            <a:avLst>
              <a:gd name="adj" fmla="val 85947"/>
            </a:avLst>
          </a:prstGeom>
          <a:solidFill>
            <a:srgbClr val="A95B95"/>
          </a:solidFill>
          <a:ln/>
        </p:spPr>
      </p:sp>
      <p:sp>
        <p:nvSpPr>
          <p:cNvPr id="11" name="Shape 9"/>
          <p:cNvSpPr/>
          <p:nvPr/>
        </p:nvSpPr>
        <p:spPr>
          <a:xfrm>
            <a:off x="2531983" y="3968829"/>
            <a:ext cx="561261" cy="561261"/>
          </a:xfrm>
          <a:prstGeom prst="roundRect">
            <a:avLst>
              <a:gd name="adj" fmla="val 162919"/>
            </a:avLst>
          </a:prstGeom>
          <a:solidFill>
            <a:srgbClr val="A9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2700338" y="4109085"/>
            <a:ext cx="22443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64751" y="4717256"/>
            <a:ext cx="216634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751" y="5089208"/>
            <a:ext cx="389572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AQI readings, pollutant stats, gauge visuals, and health tips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157430" y="4249460"/>
            <a:ext cx="4315539" cy="1648539"/>
          </a:xfrm>
          <a:prstGeom prst="roundRect">
            <a:avLst>
              <a:gd name="adj" fmla="val 6656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57430" y="4226600"/>
            <a:ext cx="4315539" cy="91440"/>
          </a:xfrm>
          <a:prstGeom prst="roundRect">
            <a:avLst>
              <a:gd name="adj" fmla="val 85947"/>
            </a:avLst>
          </a:prstGeom>
          <a:solidFill>
            <a:srgbClr val="A95B9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34570" y="3968829"/>
            <a:ext cx="561261" cy="561261"/>
          </a:xfrm>
          <a:prstGeom prst="roundRect">
            <a:avLst>
              <a:gd name="adj" fmla="val 162919"/>
            </a:avLst>
          </a:prstGeom>
          <a:solidFill>
            <a:srgbClr val="A9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7202924" y="4109085"/>
            <a:ext cx="22443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367337" y="4717256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3-Day Forecasting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67337" y="5089208"/>
            <a:ext cx="389572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Predictions from all models, performance metrics, and confidence intervals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660017" y="4249460"/>
            <a:ext cx="4315539" cy="1648539"/>
          </a:xfrm>
          <a:prstGeom prst="roundRect">
            <a:avLst>
              <a:gd name="adj" fmla="val 6656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60017" y="4226600"/>
            <a:ext cx="4315539" cy="91440"/>
          </a:xfrm>
          <a:prstGeom prst="roundRect">
            <a:avLst>
              <a:gd name="adj" fmla="val 85947"/>
            </a:avLst>
          </a:prstGeom>
          <a:solidFill>
            <a:srgbClr val="A95B9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37156" y="3968829"/>
            <a:ext cx="561261" cy="561261"/>
          </a:xfrm>
          <a:prstGeom prst="roundRect">
            <a:avLst>
              <a:gd name="adj" fmla="val 162919"/>
            </a:avLst>
          </a:prstGeom>
          <a:solidFill>
            <a:srgbClr val="A95B95"/>
          </a:solidFill>
          <a:ln/>
        </p:spPr>
      </p:sp>
      <p:sp>
        <p:nvSpPr>
          <p:cNvPr id="24" name="Text 22"/>
          <p:cNvSpPr/>
          <p:nvPr/>
        </p:nvSpPr>
        <p:spPr>
          <a:xfrm>
            <a:off x="11705511" y="4109085"/>
            <a:ext cx="22443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869924" y="4717256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Historical Analysis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69924" y="5089208"/>
            <a:ext cx="389572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30-day AQI trends, pollutant correlations, and seasonal insights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4844" y="6365677"/>
            <a:ext cx="6566773" cy="1349097"/>
          </a:xfrm>
          <a:prstGeom prst="roundRect">
            <a:avLst>
              <a:gd name="adj" fmla="val 8133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4844" y="6342817"/>
            <a:ext cx="6566773" cy="91440"/>
          </a:xfrm>
          <a:prstGeom prst="roundRect">
            <a:avLst>
              <a:gd name="adj" fmla="val 85947"/>
            </a:avLst>
          </a:prstGeom>
          <a:solidFill>
            <a:srgbClr val="A95B95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6085046"/>
            <a:ext cx="561261" cy="561261"/>
          </a:xfrm>
          <a:prstGeom prst="roundRect">
            <a:avLst>
              <a:gd name="adj" fmla="val 162919"/>
            </a:avLst>
          </a:prstGeom>
          <a:solidFill>
            <a:srgbClr val="A9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3825954" y="6225302"/>
            <a:ext cx="22443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864751" y="6833473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Hazard Alerts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4751" y="7205424"/>
            <a:ext cx="614695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Multi-level warnings with probability scoring and alert history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8664" y="6365677"/>
            <a:ext cx="6566892" cy="1349097"/>
          </a:xfrm>
          <a:prstGeom prst="roundRect">
            <a:avLst>
              <a:gd name="adj" fmla="val 8133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408664" y="6342817"/>
            <a:ext cx="6566892" cy="91440"/>
          </a:xfrm>
          <a:prstGeom prst="roundRect">
            <a:avLst>
              <a:gd name="adj" fmla="val 85947"/>
            </a:avLst>
          </a:prstGeom>
          <a:solidFill>
            <a:srgbClr val="A95B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1420" y="6085046"/>
            <a:ext cx="561261" cy="561261"/>
          </a:xfrm>
          <a:prstGeom prst="roundRect">
            <a:avLst>
              <a:gd name="adj" fmla="val 162919"/>
            </a:avLst>
          </a:prstGeom>
          <a:solidFill>
            <a:srgbClr val="A95B95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9775" y="6225302"/>
            <a:ext cx="22443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18571" y="6833473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18571" y="7205424"/>
            <a:ext cx="6147078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Pipeline status, model tracking, feature store insights, and system health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91439"/>
            <a:ext cx="57761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Interface Design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170992"/>
            <a:ext cx="6327696" cy="1410176"/>
          </a:xfrm>
          <a:prstGeom prst="roundRect">
            <a:avLst>
              <a:gd name="adj" fmla="val 42018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3433048"/>
            <a:ext cx="33302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Professional Dark Theme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126093" y="3924062"/>
            <a:ext cx="580358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Modern, visually appealing interface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549" y="3170992"/>
            <a:ext cx="6327815" cy="1410176"/>
          </a:xfrm>
          <a:prstGeom prst="roundRect">
            <a:avLst>
              <a:gd name="adj" fmla="val 42018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0605" y="3433048"/>
            <a:ext cx="3791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Interactive Charts &amp; Gauges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700605" y="3924062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Dynamic data visualization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4037" y="4827984"/>
            <a:ext cx="6327696" cy="1410176"/>
          </a:xfrm>
          <a:prstGeom prst="roundRect">
            <a:avLst>
              <a:gd name="adj" fmla="val 42018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6093" y="5090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Multi-Tab Layout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126093" y="5581055"/>
            <a:ext cx="580358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Organized information structure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549" y="4827984"/>
            <a:ext cx="6327815" cy="1410176"/>
          </a:xfrm>
          <a:prstGeom prst="roundRect">
            <a:avLst>
              <a:gd name="adj" fmla="val 42018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0605" y="5090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Responsive Design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700605" y="5581055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Works on all devices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464" y="524947"/>
            <a:ext cx="423838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 &amp; Validation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7464" y="1531382"/>
            <a:ext cx="4272915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1.0000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744266" y="2398990"/>
            <a:ext cx="211919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XGBoost R² Score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7464" y="2778323"/>
            <a:ext cx="42729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Champion model performance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78743" y="1531382"/>
            <a:ext cx="4272915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0.9989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6255544" y="2398990"/>
            <a:ext cx="211919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LightGBM R² Score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78743" y="2778323"/>
            <a:ext cx="42729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Excellent accuracy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0021" y="1531382"/>
            <a:ext cx="4272915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0.8727</a:t>
            </a:r>
            <a:endParaRPr lang="en-US" sz="4950" dirty="0"/>
          </a:p>
        </p:txBody>
      </p:sp>
      <p:sp>
        <p:nvSpPr>
          <p:cNvPr id="10" name="Text 8"/>
          <p:cNvSpPr/>
          <p:nvPr/>
        </p:nvSpPr>
        <p:spPr>
          <a:xfrm>
            <a:off x="10766822" y="2398990"/>
            <a:ext cx="211919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LSTM R² Score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90021" y="2778323"/>
            <a:ext cx="42729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Good seasonal trends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464" y="3369469"/>
            <a:ext cx="254293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Sample Predictions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464" y="3973354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Current AQI: 3.6 (Unhealthy)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464" y="4345186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PM2.5: 32.0 μg/m³, PM10: 76.9 μg/m³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464" y="4717018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3-Day Forecast: Gradual improvement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464" y="5088850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Alert: No hazardous conditions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464" y="5679996"/>
            <a:ext cx="254293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Performance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464" y="6283881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High-quality data collection and processing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464" y="6655713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Reliable predictions across all models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464" y="7027545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Smooth dashboard performance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464" y="7399377"/>
            <a:ext cx="132954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Robust error handling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6500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Learning Outcomes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2679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Technical Skills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85762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Full-stack ML development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33899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Feature store management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82036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Model training and optimization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30173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 integration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578310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Streamlit dashboard design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3267908"/>
            <a:ext cx="35396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Management Skills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623929" y="385762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Requirement analysis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433899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Testing and validation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482036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Documentation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3929" y="530173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Presentation and communication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245721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636764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AQI Predictor Dashboard demonstrates the power of machine learning for environmental health monitoring. It integrates data collection, prediction, visualization, and alerts into a professional system that helps users make informed outdoor decisions.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70451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dashboard runs on Streamlit with accurate real-time predictions, combining AI and user experience effectively.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37722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Maryam Zaheer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593</Words>
  <Application>Microsoft Office PowerPoint</Application>
  <PresentationFormat>Custom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Mukta Light</vt:lpstr>
      <vt:lpstr>Prompt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hp</cp:lastModifiedBy>
  <cp:revision>4</cp:revision>
  <dcterms:created xsi:type="dcterms:W3CDTF">2025-11-09T11:32:42Z</dcterms:created>
  <dcterms:modified xsi:type="dcterms:W3CDTF">2025-11-09T11:49:41Z</dcterms:modified>
</cp:coreProperties>
</file>